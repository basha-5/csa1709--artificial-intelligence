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3" r:id="rId2"/>
    <p:sldId id="274" r:id="rId3"/>
    <p:sldId id="287" r:id="rId4"/>
    <p:sldId id="283" r:id="rId5"/>
    <p:sldId id="257" r:id="rId6"/>
    <p:sldId id="294" r:id="rId7"/>
    <p:sldId id="260" r:id="rId8"/>
    <p:sldId id="286" r:id="rId9"/>
    <p:sldId id="292" r:id="rId10"/>
    <p:sldId id="288" r:id="rId11"/>
    <p:sldId id="289" r:id="rId12"/>
    <p:sldId id="302" r:id="rId13"/>
    <p:sldId id="290" r:id="rId14"/>
    <p:sldId id="291" r:id="rId15"/>
    <p:sldId id="293" r:id="rId16"/>
    <p:sldId id="296" r:id="rId17"/>
    <p:sldId id="297" r:id="rId18"/>
    <p:sldId id="301" r:id="rId19"/>
    <p:sldId id="298" r:id="rId20"/>
    <p:sldId id="299" r:id="rId21"/>
    <p:sldId id="300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BA34E-CE8B-465E-B8CD-AD5C43A0B477}" v="35" dt="2026-08-11T05:12:51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B Gnanesh" userId="1ad514cb34dc99e1" providerId="LiveId" clId="{2E65EFC0-F1B9-482B-9527-FC27347FD47C}"/>
    <pc:docChg chg="undo redo custSel addSld delSld modSld sldOrd">
      <pc:chgData name="K B Gnanesh" userId="1ad514cb34dc99e1" providerId="LiveId" clId="{2E65EFC0-F1B9-482B-9527-FC27347FD47C}" dt="2026-08-11T05:25:43.600" v="609" actId="47"/>
      <pc:docMkLst>
        <pc:docMk/>
      </pc:docMkLst>
      <pc:sldChg chg="addSp delSp modSp mod">
        <pc:chgData name="K B Gnanesh" userId="1ad514cb34dc99e1" providerId="LiveId" clId="{2E65EFC0-F1B9-482B-9527-FC27347FD47C}" dt="2026-08-11T03:33:22.414" v="111" actId="1035"/>
        <pc:sldMkLst>
          <pc:docMk/>
          <pc:sldMk cId="0" sldId="257"/>
        </pc:sldMkLst>
        <pc:spChg chg="mod">
          <ac:chgData name="K B Gnanesh" userId="1ad514cb34dc99e1" providerId="LiveId" clId="{2E65EFC0-F1B9-482B-9527-FC27347FD47C}" dt="2026-08-11T03:33:22.414" v="111" actId="1035"/>
          <ac:spMkLst>
            <pc:docMk/>
            <pc:sldMk cId="0" sldId="257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35.887" v="36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1:54.873" v="17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1.563" v="21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1:56.316" v="18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2:00.083" v="2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3.093" v="22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0.182" v="26" actId="478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2:08.610" v="25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5.291" v="23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2.102" v="32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30.604" v="35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8.825" v="34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5.770" v="33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2.126" v="27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5.480" v="29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3.754" v="28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7.813" v="30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0.912" v="31" actId="478"/>
          <ac:spMkLst>
            <pc:docMk/>
            <pc:sldMk cId="0" sldId="257"/>
            <ac:spMk id="23" creationId="{00000000-0000-0000-0000-000000000000}"/>
          </ac:spMkLst>
        </pc:spChg>
        <pc:spChg chg="add mod">
          <ac:chgData name="K B Gnanesh" userId="1ad514cb34dc99e1" providerId="LiveId" clId="{2E65EFC0-F1B9-482B-9527-FC27347FD47C}" dt="2026-08-11T03:33:13.248" v="63" actId="1036"/>
          <ac:spMkLst>
            <pc:docMk/>
            <pc:sldMk cId="0" sldId="257"/>
            <ac:spMk id="25" creationId="{5C3044F3-A67E-C723-BD14-910F5960E7FB}"/>
          </ac:spMkLst>
        </pc:spChg>
      </pc:sldChg>
      <pc:sldChg chg="addSp delSp modSp mod">
        <pc:chgData name="K B Gnanesh" userId="1ad514cb34dc99e1" providerId="LiveId" clId="{2E65EFC0-F1B9-482B-9527-FC27347FD47C}" dt="2026-08-11T03:41:18.391" v="143" actId="14100"/>
        <pc:sldMkLst>
          <pc:docMk/>
          <pc:sldMk cId="0" sldId="259"/>
        </pc:sldMkLst>
        <pc:spChg chg="del">
          <ac:chgData name="K B Gnanesh" userId="1ad514cb34dc99e1" providerId="LiveId" clId="{2E65EFC0-F1B9-482B-9527-FC27347FD47C}" dt="2026-08-11T03:40:47.103" v="135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28.460" v="131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3.066" v="112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4.398" v="113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9:58.514" v="118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6.268" v="11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54.677" v="116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9.304" v="121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9.304" v="121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51.968" v="115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17.004" v="125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4.727" v="120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25.057" v="130" actId="478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40:22.305" v="129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4.727" v="120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15.682" v="124" actId="478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40:14.468" v="123" actId="478"/>
          <ac:spMkLst>
            <pc:docMk/>
            <pc:sldMk cId="0" sldId="259"/>
            <ac:spMk id="36" creationId="{00000000-0000-0000-0000-000000000000}"/>
          </ac:spMkLst>
        </pc:spChg>
        <pc:picChg chg="add mod">
          <ac:chgData name="K B Gnanesh" userId="1ad514cb34dc99e1" providerId="LiveId" clId="{2E65EFC0-F1B9-482B-9527-FC27347FD47C}" dt="2026-08-11T03:41:18.391" v="143" actId="14100"/>
          <ac:picMkLst>
            <pc:docMk/>
            <pc:sldMk cId="0" sldId="259"/>
            <ac:picMk id="11" creationId="{C5FB17B5-07E6-D0C4-273B-1790A4EF435B}"/>
          </ac:picMkLst>
        </pc:picChg>
        <pc:picChg chg="del">
          <ac:chgData name="K B Gnanesh" userId="1ad514cb34dc99e1" providerId="LiveId" clId="{2E65EFC0-F1B9-482B-9527-FC27347FD47C}" dt="2026-08-11T03:40:01.420" v="119" actId="478"/>
          <ac:picMkLst>
            <pc:docMk/>
            <pc:sldMk cId="0" sldId="259"/>
            <ac:picMk id="18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01.420" v="119" actId="478"/>
          <ac:picMkLst>
            <pc:docMk/>
            <pc:sldMk cId="0" sldId="259"/>
            <ac:picMk id="24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04.727" v="120" actId="478"/>
          <ac:picMkLst>
            <pc:docMk/>
            <pc:sldMk cId="0" sldId="259"/>
            <ac:picMk id="30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56.477" v="138" actId="478"/>
          <ac:picMkLst>
            <pc:docMk/>
            <pc:sldMk cId="0" sldId="259"/>
            <ac:picMk id="39" creationId="{FCA4C39E-19FA-118C-74D4-BC4036FE78B5}"/>
          </ac:picMkLst>
        </pc:picChg>
        <pc:picChg chg="del">
          <ac:chgData name="K B Gnanesh" userId="1ad514cb34dc99e1" providerId="LiveId" clId="{2E65EFC0-F1B9-482B-9527-FC27347FD47C}" dt="2026-08-11T03:40:59.259" v="139" actId="478"/>
          <ac:picMkLst>
            <pc:docMk/>
            <pc:sldMk cId="0" sldId="259"/>
            <ac:picMk id="41" creationId="{9E5C7070-A632-0504-1022-76A9002A73B0}"/>
          </ac:picMkLst>
        </pc:picChg>
      </pc:sldChg>
      <pc:sldChg chg="addSp delSp modSp mod">
        <pc:chgData name="K B Gnanesh" userId="1ad514cb34dc99e1" providerId="LiveId" clId="{2E65EFC0-F1B9-482B-9527-FC27347FD47C}" dt="2026-08-11T05:08:12.102" v="534" actId="2711"/>
        <pc:sldMkLst>
          <pc:docMk/>
          <pc:sldMk cId="0" sldId="260"/>
        </pc:sldMkLst>
        <pc:spChg chg="del">
          <ac:chgData name="K B Gnanesh" userId="1ad514cb34dc99e1" providerId="LiveId" clId="{2E65EFC0-F1B9-482B-9527-FC27347FD47C}" dt="2026-08-11T03:42:06.778" v="150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3.081" v="14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6.481" v="148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9.511" v="149" actId="478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K B Gnanesh" userId="1ad514cb34dc99e1" providerId="LiveId" clId="{2E65EFC0-F1B9-482B-9527-FC27347FD47C}" dt="2026-08-11T05:08:12.102" v="534" actId="2711"/>
          <ac:spMkLst>
            <pc:docMk/>
            <pc:sldMk cId="0" sldId="260"/>
            <ac:spMk id="19" creationId="{56BC80EE-3CB8-32C0-BE02-58DE1DD4A348}"/>
          </ac:spMkLst>
        </pc:sp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6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11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16" creationId="{00000000-0000-0000-0000-000000000000}"/>
          </ac:picMkLst>
        </pc:picChg>
      </pc:sldChg>
      <pc:sldChg chg="del">
        <pc:chgData name="K B Gnanesh" userId="1ad514cb34dc99e1" providerId="LiveId" clId="{2E65EFC0-F1B9-482B-9527-FC27347FD47C}" dt="2026-08-11T05:08:26.795" v="535" actId="47"/>
        <pc:sldMkLst>
          <pc:docMk/>
          <pc:sldMk cId="0" sldId="261"/>
        </pc:sldMkLst>
      </pc:sldChg>
      <pc:sldChg chg="addSp delSp modSp mod">
        <pc:chgData name="K B Gnanesh" userId="1ad514cb34dc99e1" providerId="LiveId" clId="{2E65EFC0-F1B9-482B-9527-FC27347FD47C}" dt="2026-08-11T05:11:38.756" v="572" actId="255"/>
        <pc:sldMkLst>
          <pc:docMk/>
          <pc:sldMk cId="0" sldId="265"/>
        </pc:sldMkLst>
        <pc:spChg chg="mod">
          <ac:chgData name="K B Gnanesh" userId="1ad514cb34dc99e1" providerId="LiveId" clId="{2E65EFC0-F1B9-482B-9527-FC27347FD47C}" dt="2026-08-11T05:10:17.908" v="558" actId="122"/>
          <ac:spMkLst>
            <pc:docMk/>
            <pc:sldMk cId="0" sldId="265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1.034" v="536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2.176" v="537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7.615" v="539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5.201" v="538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3.221" v="541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4.287" v="542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5.343" v="543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7.979" v="544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5:09:51.320" v="546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54.042" v="547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57.187" v="548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8.548" v="556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0.526" v="549" actId="478"/>
          <ac:spMkLst>
            <pc:docMk/>
            <pc:sldMk cId="0" sldId="265"/>
            <ac:spMk id="22" creationId="{00000000-0000-0000-0000-000000000000}"/>
          </ac:spMkLst>
        </pc:spChg>
        <pc:spChg chg="add del mod">
          <ac:chgData name="K B Gnanesh" userId="1ad514cb34dc99e1" providerId="LiveId" clId="{2E65EFC0-F1B9-482B-9527-FC27347FD47C}" dt="2026-08-11T05:10:06.001" v="552" actId="478"/>
          <ac:spMkLst>
            <pc:docMk/>
            <pc:sldMk cId="0" sldId="265"/>
            <ac:spMk id="24" creationId="{BF182C3F-9CC8-3869-55E2-19393DF6501D}"/>
          </ac:spMkLst>
        </pc:spChg>
        <pc:spChg chg="add del mod">
          <ac:chgData name="K B Gnanesh" userId="1ad514cb34dc99e1" providerId="LiveId" clId="{2E65EFC0-F1B9-482B-9527-FC27347FD47C}" dt="2026-08-11T05:10:07.636" v="555"/>
          <ac:spMkLst>
            <pc:docMk/>
            <pc:sldMk cId="0" sldId="265"/>
            <ac:spMk id="25" creationId="{F43245E1-183A-09DB-4240-7BEAEC477F8F}"/>
          </ac:spMkLst>
        </pc:spChg>
        <pc:spChg chg="add mod">
          <ac:chgData name="K B Gnanesh" userId="1ad514cb34dc99e1" providerId="LiveId" clId="{2E65EFC0-F1B9-482B-9527-FC27347FD47C}" dt="2026-08-11T05:11:38.756" v="572" actId="255"/>
          <ac:spMkLst>
            <pc:docMk/>
            <pc:sldMk cId="0" sldId="265"/>
            <ac:spMk id="30" creationId="{D97CECAC-56AE-9EF1-9E93-266A19466547}"/>
          </ac:spMkLst>
        </pc:spChg>
        <pc:picChg chg="add">
          <ac:chgData name="K B Gnanesh" userId="1ad514cb34dc99e1" providerId="LiveId" clId="{2E65EFC0-F1B9-482B-9527-FC27347FD47C}" dt="2026-08-11T05:10:25.721" v="559" actId="22"/>
          <ac:picMkLst>
            <pc:docMk/>
            <pc:sldMk cId="0" sldId="265"/>
            <ac:picMk id="27" creationId="{40F257D6-8B8F-44F7-EF1C-F0EE1DA35B4E}"/>
          </ac:picMkLst>
        </pc:picChg>
        <pc:picChg chg="add">
          <ac:chgData name="K B Gnanesh" userId="1ad514cb34dc99e1" providerId="LiveId" clId="{2E65EFC0-F1B9-482B-9527-FC27347FD47C}" dt="2026-08-11T05:10:32.782" v="560" actId="22"/>
          <ac:picMkLst>
            <pc:docMk/>
            <pc:sldMk cId="0" sldId="265"/>
            <ac:picMk id="29" creationId="{7F2DEED1-9A05-2B84-30CA-51CB594C89E1}"/>
          </ac:picMkLst>
        </pc:picChg>
        <pc:picChg chg="add del">
          <ac:chgData name="K B Gnanesh" userId="1ad514cb34dc99e1" providerId="LiveId" clId="{2E65EFC0-F1B9-482B-9527-FC27347FD47C}" dt="2026-08-11T05:10:57.892" v="563" actId="22"/>
          <ac:picMkLst>
            <pc:docMk/>
            <pc:sldMk cId="0" sldId="265"/>
            <ac:picMk id="32" creationId="{09862CCA-BFE7-77AD-53C2-FE8C7BAE9B17}"/>
          </ac:picMkLst>
        </pc:picChg>
      </pc:sldChg>
      <pc:sldChg chg="modSp mod">
        <pc:chgData name="K B Gnanesh" userId="1ad514cb34dc99e1" providerId="LiveId" clId="{2E65EFC0-F1B9-482B-9527-FC27347FD47C}" dt="2026-08-11T05:13:33.458" v="607" actId="1036"/>
        <pc:sldMkLst>
          <pc:docMk/>
          <pc:sldMk cId="0" sldId="266"/>
        </pc:sldMkLst>
        <pc:spChg chg="mod">
          <ac:chgData name="K B Gnanesh" userId="1ad514cb34dc99e1" providerId="LiveId" clId="{2E65EFC0-F1B9-482B-9527-FC27347FD47C}" dt="2026-08-11T05:13:33.458" v="607" actId="10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25.491" v="593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19.865" v="59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15.477" v="591" actId="1076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K B Gnanesh" userId="1ad514cb34dc99e1" providerId="LiveId" clId="{2E65EFC0-F1B9-482B-9527-FC27347FD47C}" dt="2026-08-11T03:29:29.874" v="13" actId="2711"/>
        <pc:sldMkLst>
          <pc:docMk/>
          <pc:sldMk cId="0" sldId="273"/>
        </pc:sldMkLst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4" creationId="{D466BB0E-8F96-DE0D-054E-DBCE06F079FC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5" creationId="{8A7BC4B9-9519-4D04-FF11-64FDACED9805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6" creationId="{D90F2FE6-FACE-9A41-4B57-67EC70D3C0E8}"/>
          </ac:spMkLst>
        </pc:spChg>
      </pc:sldChg>
      <pc:sldChg chg="modSp mod">
        <pc:chgData name="K B Gnanesh" userId="1ad514cb34dc99e1" providerId="LiveId" clId="{2E65EFC0-F1B9-482B-9527-FC27347FD47C}" dt="2026-08-11T03:30:28.283" v="16" actId="2710"/>
        <pc:sldMkLst>
          <pc:docMk/>
          <pc:sldMk cId="1237105401" sldId="274"/>
        </pc:sldMkLst>
        <pc:spChg chg="mod">
          <ac:chgData name="K B Gnanesh" userId="1ad514cb34dc99e1" providerId="LiveId" clId="{2E65EFC0-F1B9-482B-9527-FC27347FD47C}" dt="2026-08-11T03:30:28.283" v="16" actId="2710"/>
          <ac:spMkLst>
            <pc:docMk/>
            <pc:sldMk cId="1237105401" sldId="274"/>
            <ac:spMk id="8" creationId="{EA818003-F34F-16CF-5B2C-FD1580C1D1DA}"/>
          </ac:spMkLst>
        </pc:spChg>
      </pc:sldChg>
      <pc:sldChg chg="addSp modSp new mod">
        <pc:chgData name="K B Gnanesh" userId="1ad514cb34dc99e1" providerId="LiveId" clId="{2E65EFC0-F1B9-482B-9527-FC27347FD47C}" dt="2026-08-11T03:56:38.387" v="317" actId="2710"/>
        <pc:sldMkLst>
          <pc:docMk/>
          <pc:sldMk cId="2776384121" sldId="275"/>
        </pc:sldMkLst>
        <pc:spChg chg="add mod">
          <ac:chgData name="K B Gnanesh" userId="1ad514cb34dc99e1" providerId="LiveId" clId="{2E65EFC0-F1B9-482B-9527-FC27347FD47C}" dt="2026-08-11T03:56:38.387" v="317" actId="2710"/>
          <ac:spMkLst>
            <pc:docMk/>
            <pc:sldMk cId="2776384121" sldId="275"/>
            <ac:spMk id="2" creationId="{252755A0-046A-2412-B827-E1F640D902BC}"/>
          </ac:spMkLst>
        </pc:spChg>
        <pc:spChg chg="add mod">
          <ac:chgData name="K B Gnanesh" userId="1ad514cb34dc99e1" providerId="LiveId" clId="{2E65EFC0-F1B9-482B-9527-FC27347FD47C}" dt="2026-08-11T03:56:27.867" v="315"/>
          <ac:spMkLst>
            <pc:docMk/>
            <pc:sldMk cId="2776384121" sldId="275"/>
            <ac:spMk id="7" creationId="{27FB3E54-0AC1-A9E9-AB8C-9561C4FD8D91}"/>
          </ac:spMkLst>
        </pc:spChg>
        <pc:picChg chg="add">
          <ac:chgData name="K B Gnanesh" userId="1ad514cb34dc99e1" providerId="LiveId" clId="{2E65EFC0-F1B9-482B-9527-FC27347FD47C}" dt="2026-08-11T03:54:23.259" v="279" actId="22"/>
          <ac:picMkLst>
            <pc:docMk/>
            <pc:sldMk cId="2776384121" sldId="275"/>
            <ac:picMk id="4" creationId="{F328D4BE-FCD3-9C51-9680-35F305FBE953}"/>
          </ac:picMkLst>
        </pc:picChg>
        <pc:picChg chg="add mod">
          <ac:chgData name="K B Gnanesh" userId="1ad514cb34dc99e1" providerId="LiveId" clId="{2E65EFC0-F1B9-482B-9527-FC27347FD47C}" dt="2026-08-11T03:54:38.642" v="281" actId="1076"/>
          <ac:picMkLst>
            <pc:docMk/>
            <pc:sldMk cId="2776384121" sldId="275"/>
            <ac:picMk id="6" creationId="{21BD5C20-DFA1-ADF8-B3EA-71D3DBA60D3F}"/>
          </ac:picMkLst>
        </pc:picChg>
      </pc:sldChg>
      <pc:sldChg chg="addSp modSp new mod">
        <pc:chgData name="K B Gnanesh" userId="1ad514cb34dc99e1" providerId="LiveId" clId="{2E65EFC0-F1B9-482B-9527-FC27347FD47C}" dt="2026-08-11T03:59:05.619" v="331" actId="113"/>
        <pc:sldMkLst>
          <pc:docMk/>
          <pc:sldMk cId="1043617816" sldId="276"/>
        </pc:sldMkLst>
        <pc:spChg chg="add mod">
          <ac:chgData name="K B Gnanesh" userId="1ad514cb34dc99e1" providerId="LiveId" clId="{2E65EFC0-F1B9-482B-9527-FC27347FD47C}" dt="2026-08-11T03:59:05.619" v="331" actId="113"/>
          <ac:spMkLst>
            <pc:docMk/>
            <pc:sldMk cId="1043617816" sldId="276"/>
            <ac:spMk id="7" creationId="{F3378AE4-BB61-811D-EB50-9FAF3FA74CA1}"/>
          </ac:spMkLst>
        </pc:spChg>
        <pc:spChg chg="add mod">
          <ac:chgData name="K B Gnanesh" userId="1ad514cb34dc99e1" providerId="LiveId" clId="{2E65EFC0-F1B9-482B-9527-FC27347FD47C}" dt="2026-08-11T03:58:59.244" v="330" actId="1076"/>
          <ac:spMkLst>
            <pc:docMk/>
            <pc:sldMk cId="1043617816" sldId="276"/>
            <ac:spMk id="8" creationId="{991C1311-DCB7-715E-17CE-71ECFD671337}"/>
          </ac:spMkLst>
        </pc:spChg>
        <pc:picChg chg="add">
          <ac:chgData name="K B Gnanesh" userId="1ad514cb34dc99e1" providerId="LiveId" clId="{2E65EFC0-F1B9-482B-9527-FC27347FD47C}" dt="2026-08-11T03:57:30.266" v="319" actId="22"/>
          <ac:picMkLst>
            <pc:docMk/>
            <pc:sldMk cId="1043617816" sldId="276"/>
            <ac:picMk id="3" creationId="{E547DB00-BA7D-388E-AB10-8B4E3C4C1317}"/>
          </ac:picMkLst>
        </pc:picChg>
        <pc:picChg chg="add mod">
          <ac:chgData name="K B Gnanesh" userId="1ad514cb34dc99e1" providerId="LiveId" clId="{2E65EFC0-F1B9-482B-9527-FC27347FD47C}" dt="2026-08-11T03:57:39.290" v="321" actId="1076"/>
          <ac:picMkLst>
            <pc:docMk/>
            <pc:sldMk cId="1043617816" sldId="276"/>
            <ac:picMk id="5" creationId="{E8B43230-AA24-0F04-3F02-0783E7F5B3DD}"/>
          </ac:picMkLst>
        </pc:picChg>
      </pc:sldChg>
      <pc:sldChg chg="addSp delSp modSp new mod">
        <pc:chgData name="K B Gnanesh" userId="1ad514cb34dc99e1" providerId="LiveId" clId="{2E65EFC0-F1B9-482B-9527-FC27347FD47C}" dt="2026-08-11T04:07:31.279" v="411" actId="20577"/>
        <pc:sldMkLst>
          <pc:docMk/>
          <pc:sldMk cId="898745858" sldId="277"/>
        </pc:sldMkLst>
        <pc:spChg chg="add mod">
          <ac:chgData name="K B Gnanesh" userId="1ad514cb34dc99e1" providerId="LiveId" clId="{2E65EFC0-F1B9-482B-9527-FC27347FD47C}" dt="2026-08-11T04:05:31.210" v="369" actId="20577"/>
          <ac:spMkLst>
            <pc:docMk/>
            <pc:sldMk cId="898745858" sldId="277"/>
            <ac:spMk id="9" creationId="{91650FD6-2AA0-8AC3-B895-699D2997E605}"/>
          </ac:spMkLst>
        </pc:spChg>
        <pc:spChg chg="add mod">
          <ac:chgData name="K B Gnanesh" userId="1ad514cb34dc99e1" providerId="LiveId" clId="{2E65EFC0-F1B9-482B-9527-FC27347FD47C}" dt="2026-08-11T04:07:31.279" v="411" actId="20577"/>
          <ac:spMkLst>
            <pc:docMk/>
            <pc:sldMk cId="898745858" sldId="277"/>
            <ac:spMk id="10" creationId="{27068879-C4B4-02ED-A078-CF0DFC4D5EB0}"/>
          </ac:spMkLst>
        </pc:spChg>
        <pc:picChg chg="add mod">
          <ac:chgData name="K B Gnanesh" userId="1ad514cb34dc99e1" providerId="LiveId" clId="{2E65EFC0-F1B9-482B-9527-FC27347FD47C}" dt="2026-08-11T03:59:30.115" v="334" actId="1076"/>
          <ac:picMkLst>
            <pc:docMk/>
            <pc:sldMk cId="898745858" sldId="277"/>
            <ac:picMk id="3" creationId="{F7CA8D56-64F4-D01C-211C-1631B150A4BF}"/>
          </ac:picMkLst>
        </pc:picChg>
        <pc:picChg chg="add mod">
          <ac:chgData name="K B Gnanesh" userId="1ad514cb34dc99e1" providerId="LiveId" clId="{2E65EFC0-F1B9-482B-9527-FC27347FD47C}" dt="2026-08-11T03:59:39.448" v="336" actId="1076"/>
          <ac:picMkLst>
            <pc:docMk/>
            <pc:sldMk cId="898745858" sldId="277"/>
            <ac:picMk id="5" creationId="{84D545C9-128F-222B-4865-B7B3414E519E}"/>
          </ac:picMkLst>
        </pc:picChg>
        <pc:picChg chg="add del mod">
          <ac:chgData name="K B Gnanesh" userId="1ad514cb34dc99e1" providerId="LiveId" clId="{2E65EFC0-F1B9-482B-9527-FC27347FD47C}" dt="2026-08-11T03:59:57.338" v="340" actId="478"/>
          <ac:picMkLst>
            <pc:docMk/>
            <pc:sldMk cId="898745858" sldId="277"/>
            <ac:picMk id="7" creationId="{A892807C-C059-F306-4B96-47A3F7EDAF29}"/>
          </ac:picMkLst>
        </pc:picChg>
      </pc:sldChg>
      <pc:sldChg chg="addSp delSp modSp new mod setBg">
        <pc:chgData name="K B Gnanesh" userId="1ad514cb34dc99e1" providerId="LiveId" clId="{2E65EFC0-F1B9-482B-9527-FC27347FD47C}" dt="2026-08-11T04:56:18.584" v="501" actId="14100"/>
        <pc:sldMkLst>
          <pc:docMk/>
          <pc:sldMk cId="3447129154" sldId="278"/>
        </pc:sldMkLst>
        <pc:spChg chg="add mod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" creationId="{E4BF5D80-2F1D-216B-2296-3D211AD1F979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1" creationId="{3677BAFB-3BD3-41BB-9107-FAE224AE21C4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3" creationId="{E6823A9B-C188-42D4-847C-3AD928DB145C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5" creationId="{34B557F3-1A0C-4749-A6DB-EAC082DF390B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7" creationId="{55D55AA6-3751-494F-868A-DCEDC5CE82BF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9" creationId="{4D4C00DC-4DC6-4CD2-9E31-F17E6CEBC5A6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1" creationId="{D82AB1B2-7970-42CF-8BF5-567C69E9FFFB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5" creationId="{C39ADB8F-D187-49D7-BDCF-C1B6DC727068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7" creationId="{C10FB9CA-E7FA-462C-B537-F1224ED1ACF4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9" creationId="{D8469AE7-A75B-4F37-850B-EF5974ABED2C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2" creationId="{FFD48BC7-DC40-47DE-87EE-9F4B6ECB9ABB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3" creationId="{E502BBC7-2C76-46F3-BC24-5985BC13DB88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4" creationId="{C7F28D52-2A5F-4D23-81AE-7CB8B591C7AF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5" creationId="{3629484E-3792-4B3D-89AD-7C8A1ED0E0D4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7" creationId="{4522B21E-B2B9-4C72-9A71-C87EFD137480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8" creationId="{5EB7D2A2-F448-44D4-938C-DC84CBCB3B1E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9" creationId="{871AEA07-1E14-44B4-8E55-64EF049CD66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2" creationId="{1A3C89F8-0D2F-47FF-B903-151248265F47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3" creationId="{C5CB530E-515E-412C-9DF1-5F8FFBD6F383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4" creationId="{712D4376-A578-4FF1-94FC-245E7A6A489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5" creationId="{AEA7509D-F04F-40CB-A0B3-EEF16499CC9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7" creationId="{508BEF50-7B1E-49A4-BC19-5F4F1D755E64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8" creationId="{3FBAD350-5664-4811-A208-657FB882D350}"/>
          </ac:spMkLst>
        </pc:spChg>
        <pc:grpChg chg="add del">
          <ac:chgData name="K B Gnanesh" userId="1ad514cb34dc99e1" providerId="LiveId" clId="{2E65EFC0-F1B9-482B-9527-FC27347FD47C}" dt="2026-08-11T04:55:09.743" v="484" actId="26606"/>
          <ac:grpSpMkLst>
            <pc:docMk/>
            <pc:sldMk cId="3447129154" sldId="278"/>
            <ac:grpSpMk id="23" creationId="{66FB5A75-BDE2-4F12-A95B-C48788A7685C}"/>
          </ac:grpSpMkLst>
        </pc:grpChg>
        <pc:picChg chg="add mod">
          <ac:chgData name="K B Gnanesh" userId="1ad514cb34dc99e1" providerId="LiveId" clId="{2E65EFC0-F1B9-482B-9527-FC27347FD47C}" dt="2026-08-11T04:56:00.788" v="497" actId="1076"/>
          <ac:picMkLst>
            <pc:docMk/>
            <pc:sldMk cId="3447129154" sldId="278"/>
            <ac:picMk id="4" creationId="{6F74BE5F-6D2B-7716-2873-09B949650CD9}"/>
          </ac:picMkLst>
        </pc:picChg>
        <pc:picChg chg="add mod">
          <ac:chgData name="K B Gnanesh" userId="1ad514cb34dc99e1" providerId="LiveId" clId="{2E65EFC0-F1B9-482B-9527-FC27347FD47C}" dt="2026-08-11T04:55:56.987" v="496" actId="1076"/>
          <ac:picMkLst>
            <pc:docMk/>
            <pc:sldMk cId="3447129154" sldId="278"/>
            <ac:picMk id="6" creationId="{005E33F5-8133-04B9-0B5D-569896D649B9}"/>
          </ac:picMkLst>
        </pc:picChg>
        <pc:picChg chg="add mod">
          <ac:chgData name="K B Gnanesh" userId="1ad514cb34dc99e1" providerId="LiveId" clId="{2E65EFC0-F1B9-482B-9527-FC27347FD47C}" dt="2026-08-11T04:56:18.584" v="501" actId="14100"/>
          <ac:picMkLst>
            <pc:docMk/>
            <pc:sldMk cId="3447129154" sldId="278"/>
            <ac:picMk id="8" creationId="{BCFB88BA-C5E7-244C-2206-FA9FDF7B2A44}"/>
          </ac:picMkLst>
        </pc:picChg>
        <pc:cxnChg chg="add del">
          <ac:chgData name="K B Gnanesh" userId="1ad514cb34dc99e1" providerId="LiveId" clId="{2E65EFC0-F1B9-482B-9527-FC27347FD47C}" dt="2026-08-11T04:55:17.886" v="488" actId="26606"/>
          <ac:cxnSpMkLst>
            <pc:docMk/>
            <pc:sldMk cId="3447129154" sldId="278"/>
            <ac:cxnSpMk id="210" creationId="{F7C8EA93-3210-4C62-99E9-153C275E3A87}"/>
          </ac:cxnSpMkLst>
        </pc:cxnChg>
        <pc:cxnChg chg="add del">
          <ac:chgData name="K B Gnanesh" userId="1ad514cb34dc99e1" providerId="LiveId" clId="{2E65EFC0-F1B9-482B-9527-FC27347FD47C}" dt="2026-08-11T04:55:22.185" v="490" actId="26606"/>
          <ac:cxnSpMkLst>
            <pc:docMk/>
            <pc:sldMk cId="3447129154" sldId="278"/>
            <ac:cxnSpMk id="216" creationId="{56020367-4FD5-4596-8E10-C5F095CD8DBF}"/>
          </ac:cxnSpMkLst>
        </pc:cxnChg>
      </pc:sldChg>
      <pc:sldChg chg="new del ord">
        <pc:chgData name="K B Gnanesh" userId="1ad514cb34dc99e1" providerId="LiveId" clId="{2E65EFC0-F1B9-482B-9527-FC27347FD47C}" dt="2026-08-11T05:06:42.042" v="523" actId="47"/>
        <pc:sldMkLst>
          <pc:docMk/>
          <pc:sldMk cId="829781789" sldId="279"/>
        </pc:sldMkLst>
      </pc:sldChg>
      <pc:sldChg chg="addSp modSp new mod">
        <pc:chgData name="K B Gnanesh" userId="1ad514cb34dc99e1" providerId="LiveId" clId="{2E65EFC0-F1B9-482B-9527-FC27347FD47C}" dt="2026-08-11T05:05:57.265" v="521" actId="22"/>
        <pc:sldMkLst>
          <pc:docMk/>
          <pc:sldMk cId="1318154048" sldId="280"/>
        </pc:sldMkLst>
        <pc:spChg chg="add mod">
          <ac:chgData name="K B Gnanesh" userId="1ad514cb34dc99e1" providerId="LiveId" clId="{2E65EFC0-F1B9-482B-9527-FC27347FD47C}" dt="2026-08-11T05:05:44.356" v="519" actId="122"/>
          <ac:spMkLst>
            <pc:docMk/>
            <pc:sldMk cId="1318154048" sldId="280"/>
            <ac:spMk id="4" creationId="{2A4E7D51-62EB-B732-EB5E-8E2F1BEA5FBE}"/>
          </ac:spMkLst>
        </pc:spChg>
        <pc:picChg chg="add">
          <ac:chgData name="K B Gnanesh" userId="1ad514cb34dc99e1" providerId="LiveId" clId="{2E65EFC0-F1B9-482B-9527-FC27347FD47C}" dt="2026-08-11T05:05:13.201" v="506" actId="22"/>
          <ac:picMkLst>
            <pc:docMk/>
            <pc:sldMk cId="1318154048" sldId="280"/>
            <ac:picMk id="3" creationId="{EE21BD1F-ADA7-F794-5D74-54E5B99E5BCD}"/>
          </ac:picMkLst>
        </pc:picChg>
        <pc:picChg chg="add">
          <ac:chgData name="K B Gnanesh" userId="1ad514cb34dc99e1" providerId="LiveId" clId="{2E65EFC0-F1B9-482B-9527-FC27347FD47C}" dt="2026-08-11T05:05:50.873" v="520" actId="22"/>
          <ac:picMkLst>
            <pc:docMk/>
            <pc:sldMk cId="1318154048" sldId="280"/>
            <ac:picMk id="6" creationId="{97541524-E04B-5B55-3513-9E54DF6C0B70}"/>
          </ac:picMkLst>
        </pc:picChg>
        <pc:picChg chg="add">
          <ac:chgData name="K B Gnanesh" userId="1ad514cb34dc99e1" providerId="LiveId" clId="{2E65EFC0-F1B9-482B-9527-FC27347FD47C}" dt="2026-08-11T05:05:57.265" v="521" actId="22"/>
          <ac:picMkLst>
            <pc:docMk/>
            <pc:sldMk cId="1318154048" sldId="280"/>
            <ac:picMk id="8" creationId="{864630FE-CE3B-05A2-CF3C-D2586E521C5D}"/>
          </ac:picMkLst>
        </pc:picChg>
      </pc:sldChg>
      <pc:sldChg chg="addSp delSp modSp add mod">
        <pc:chgData name="K B Gnanesh" userId="1ad514cb34dc99e1" providerId="LiveId" clId="{2E65EFC0-F1B9-482B-9527-FC27347FD47C}" dt="2026-08-11T05:07:10.709" v="533" actId="14100"/>
        <pc:sldMkLst>
          <pc:docMk/>
          <pc:sldMk cId="4148170753" sldId="281"/>
        </pc:sldMkLst>
        <pc:picChg chg="del">
          <ac:chgData name="K B Gnanesh" userId="1ad514cb34dc99e1" providerId="LiveId" clId="{2E65EFC0-F1B9-482B-9527-FC27347FD47C}" dt="2026-08-11T05:06:44.618" v="524" actId="478"/>
          <ac:picMkLst>
            <pc:docMk/>
            <pc:sldMk cId="4148170753" sldId="281"/>
            <ac:picMk id="3" creationId="{701CBAED-151C-D939-8D00-5692B3F9D1E0}"/>
          </ac:picMkLst>
        </pc:picChg>
        <pc:picChg chg="add mod">
          <ac:chgData name="K B Gnanesh" userId="1ad514cb34dc99e1" providerId="LiveId" clId="{2E65EFC0-F1B9-482B-9527-FC27347FD47C}" dt="2026-08-11T05:07:10.709" v="533" actId="14100"/>
          <ac:picMkLst>
            <pc:docMk/>
            <pc:sldMk cId="4148170753" sldId="281"/>
            <ac:picMk id="5" creationId="{59C8C357-3C50-5E4C-4C7D-C013A7F79E0D}"/>
          </ac:picMkLst>
        </pc:picChg>
      </pc:sldChg>
      <pc:sldChg chg="new del">
        <pc:chgData name="K B Gnanesh" userId="1ad514cb34dc99e1" providerId="LiveId" clId="{2E65EFC0-F1B9-482B-9527-FC27347FD47C}" dt="2026-08-11T05:25:43.600" v="609" actId="47"/>
        <pc:sldMkLst>
          <pc:docMk/>
          <pc:sldMk cId="1909301808" sldId="282"/>
        </pc:sldMkLst>
      </pc:sldChg>
      <pc:sldChg chg="add del">
        <pc:chgData name="K B Gnanesh" userId="1ad514cb34dc99e1" providerId="LiveId" clId="{2E65EFC0-F1B9-482B-9527-FC27347FD47C}" dt="2026-08-11T05:06:48.553" v="526"/>
        <pc:sldMkLst>
          <pc:docMk/>
          <pc:sldMk cId="4184592501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CA3B7-FB46-4592-B557-611322E884B3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48598-7A01-4627-B8F3-E31941E96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50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48598-7A01-4627-B8F3-E31941E968D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295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83AB-5CDE-1E92-DF11-AC8C5F6B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AA5BC-1776-FDE1-382F-90A61EDC9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6F371-6041-7901-9F7A-2A01C6C2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EB82D-E619-7591-4F6B-C5C790163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0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F852-3DFD-12AD-CFE1-14EBC8FB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98915-DE8A-2144-2A49-3DDA09926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2B79F-0208-983B-C165-26D00806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4F92-DFA3-C54F-4E5A-CAC20D660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90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749D-FA9E-1545-3E46-A77432BD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FFCFE-90F2-FBE7-9E25-C714A3E9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9B68A-8E2E-EEAE-5486-A8CC8A84D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22FE-39AC-1449-DC0E-D903943E3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76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3893-BA1B-743C-5655-80D29BCE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97E60-EA26-B477-8055-102C75CF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A4944-20E4-91C1-7542-8B83FC680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A2419-D107-9B43-CDE0-248A179B5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4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7C04-ACF8-4083-2648-9ED5F1D5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F2DC7-B9A1-E1A1-0563-3474F24B2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9259D-1B89-9F85-C50E-6A320B009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286F5-A678-39EC-167C-B9ACB23DB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1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8250-BC04-2D34-29FA-ECDFEAE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0ECFA-FF14-BA95-FF1B-0E13A6B90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4B5B4-DEE3-1EA5-7BBB-82DD87CBD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79498-E014-A52A-45EF-6824358F7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02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5BE5-023D-8C09-30D1-CE89ACF9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68206-1796-75D7-B964-B7E105414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6CA2C-20A3-563B-F365-50BA4F2E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00D0-052E-41EB-1F28-99409A4833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57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7202-E033-65D4-8BE7-AB827E86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353E1-1F04-34BF-25BD-23A7C6B5F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8D9B2-0771-23E6-F992-2267705F0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5CF0B-40C9-BB7D-20CF-166E9690B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2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7820-48B4-AA24-BCF1-D5334012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2C2D-1508-7163-6F84-1BA3BC522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A2FF4-5CFA-656C-88C5-0628332E8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2FC5-DA20-D634-3FED-D8E7281F5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91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84A3-C4AA-D1F7-AA10-DE92E722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B695F-1AA9-3F65-2855-D2753D845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F70D4-2C59-0116-4B1C-37ACFAB33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08EF7-D7B9-8EF7-20A0-DE5EFF545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61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B1EE-BDC4-309A-5F43-0A9B737F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42053-70A4-16B2-3CD1-0103890A2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44400-6439-90C8-BC91-69019968A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9433-E649-E5AB-B1AA-5EA41CC42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98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07C0-96DF-00ED-E6A2-67BBD615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52F42-3FED-5B2D-FD3A-1AF8B59FA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5D858-764A-5CA7-1020-95D759E1B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1F65-EA73-AB69-F408-26F00BE28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97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4B01-1778-5761-DB49-14153CAB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FA695-F00F-25CB-C2A7-D361B6342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AD12-4D68-8DF0-E83D-A89CC9F9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F4F00-6629-D79B-C665-233533353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29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8ECA-8333-3C96-D206-589DF2C8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152FE-BB62-4AB4-EB34-09F7B390B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508D1-EDCC-88D8-A411-710F1281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06314-2222-A8EC-BF06-E1F7E127B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1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8D29-73B3-43FD-6FE9-51CE66B4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7DC2D-0C61-2194-E478-14D15DB64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7A09C-7140-5FCD-945D-51D51475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38B83-5874-9A7B-8EC4-CA6CA0386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70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27B9-2CCE-18FB-C37B-6FBEF583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0BCC8-8DE3-54EF-F8ED-48EA8469C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3AE89-B90F-598A-A1C3-A0613E00E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D4D2-E021-234F-9A90-DFD180909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35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2115-9F36-3918-AC62-319BF8BA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6F7D4-A15B-4C88-241F-004C79B7C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D39D0-4342-B631-67BB-24796E1BC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D329-E4DC-6DAC-D2F4-78A15ED1C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13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535C-E604-3EAA-1354-D15BEDF8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B2940-D35C-8291-FCF7-4D63FC7A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456C0-B708-1561-EA5D-1DFEE7384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FDF6F-7141-ABB4-4C9B-362C274B9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62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7F4C-6DCD-3FEB-1168-9C804B6F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84F7A-8F43-687D-BC2B-2F29F5657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8D800-A305-7F77-7ACD-11FBC56BD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86568-AC96-C231-7B44-879532986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93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D79E-7758-2055-B90C-D4FBCED9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475B4-FA6E-D924-1F99-C191395A3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5963E-33E4-D0B4-AFF0-9806880C1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1719A-944E-9A67-17F1-D2468CFEA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24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5905-DE02-7D7F-2B92-5FBD7179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11CFD-DAD8-45D3-986E-230074BF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908C-BAE8-6C0B-E9F3-ABB7A0842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37D77-F8E6-B1FE-808E-9EEDD4E4C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62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E4D7-0D17-9902-ED77-A5129505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0943F-5A8B-5E50-54D3-AEE77EB8A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78B93-1164-B066-F0E3-D0E30A18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7AB40-D90F-7FB3-4B02-D47C4E7CD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975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84A-08C5-16CB-8FEF-F7713CA7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A3848-C93E-19D1-9F4D-49702706C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C7B0C-E712-B46B-8A85-9658B12C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DDCAD-A7E3-79B7-9D0C-58AED485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53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823F-99F9-867D-1C8B-98F6FCB7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49DF0-2CDF-B362-363B-A711FD0F5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4DB91-87E3-7D98-B032-F12FA62EB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68F0D-2D0C-4A27-EE8D-22B35D01E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542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C128-416E-1068-2FB4-2A2B5639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594A2-CE52-89ED-6F23-38117E27C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E851-3DE2-F239-915E-FC0B081FD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F415-8AFB-322C-312E-A691E14AB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91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AE5B-8EE6-F02E-53E6-0510969B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10873-73EF-3BC2-8AB8-02DD6298E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2B658-8007-63E1-B741-03570C681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ECB12-688D-B52B-7A31-7F5603CFC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32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A1F8-C745-F647-8D92-998FBD6A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77841-93C0-56DF-B88B-552BF28EE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0868A-7C67-9016-0039-A3DB17F5D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6BBCB-F5D7-5B38-9C32-CC5A3F169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4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A1E9-D6E2-BE03-813E-B5FD6642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1D6AB-5F3C-FF99-0334-636307C55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60FA4-285A-937B-D16D-2F3DA06E6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13513-72A8-CC2E-261C-8C9DB1B6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1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7866F-E6F0-6D8E-D7C0-3C23A1E20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12C1F-1E0C-3F4D-E77C-1EFD6CCE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8C955-51BE-7702-64E3-95428E8C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83DC9-7603-9E4E-FE26-C924C310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136A-807F-4372-7834-0ABF055F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42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B6B6-D1A6-8487-23E0-89652D3B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D659-0B91-C6A3-96F8-FCC6E80D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0A26-B02D-B38A-6348-916AE293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520FE-AF39-4BB9-A57E-D6992E34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30BDD-28C0-B4BC-E453-97792F1D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0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98C0-3EC6-47E5-939E-35AE671D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0E223-7321-16A7-CAC8-AD55632CF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4BF0-1EA2-63A1-F340-53749648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3390-79D1-5EC3-7258-F41AF6AD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F11E-4FBF-F11D-A0BE-CDD5F6D8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47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E4F8-4D27-AEFB-ACB0-58A0603D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A876-9FBC-FBD6-BA79-EB9FE777E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20B9E-A5B8-E3D0-BC05-DC872BCFB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F4450-5EA3-BB31-2B98-A382598A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5B0B-308C-1492-856B-36C8EBD0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D3A24-4365-D742-6BAB-FE0BE694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4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3D1B-B987-D696-B7B9-39C092EE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DEE70-DD77-4014-9C51-442019FB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52201-D458-7E8B-E5DD-32B5F700A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90B4A-F64B-1451-E060-ABDF8C881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D412B-60AD-0429-D51E-B2AD2D88D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99BCB-CAA1-2737-4572-14A01388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05232-3E27-7471-4EB9-3B5DDDF6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BF5CD-A153-ED84-516F-72910E3B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14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D4379-99C9-1E48-D987-9153A5A0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6B01E-0B55-7A51-D64E-B12CB6B3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B8A06-7F56-7293-CCE4-AD204E59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4E265-27E7-55A4-CE5A-89D497AA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1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D2919-862F-66BA-F6E9-D45BAEB8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54D5F-EC14-9E71-C350-0F4DE1CB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345B9-5538-40DA-6C97-5BC0F3D1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44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CB90-CC31-8FA0-D6DA-2715B2B5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9736-CF76-D330-3536-798E0539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739F4-70CD-555A-CDC7-A7E82CB3E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B53C-512A-F8CD-0157-17C9D8AB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D3DD-679F-C190-B5D7-C2B91F75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B324-843B-035C-C7B3-E68509A7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2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3BA6-E164-0134-2C9C-E03C4696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97F41-6A66-1D02-B886-3EA231578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6C724-E8E0-F36E-1FC4-27F582B5A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9D722-F3C0-F0C5-C74A-029717D8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71DA-CA8D-A339-903D-3CF23603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B1784-966E-F40C-8B6B-43167C9D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5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3A78-663C-7FB6-F987-3E309F0A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ABCFD-9519-8B6A-2879-48A025E29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58E5-3477-EB4F-C8F8-CE58A56D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A3273-A58B-A587-4A45-A3D91DCA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0226-2F76-7B2E-7FEA-90EF62E4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1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7F452-ED1E-C8BE-BEA4-FA14355E2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89269-A94F-ABEC-1682-8E9DDFBA3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EB64-8915-DD41-561F-5FCBF9A1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DEF97-2B69-0622-041C-330D7DA8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548D-E5D8-9F99-5C40-D3516966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45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28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12262-D2FD-3F83-C6BA-62A8DF9C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7AFC4-798F-0EDE-C692-E91EABF1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3585-D9D2-F397-6AF2-2D819E85D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3A144-1636-4353-A33E-1B4714C0DAE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3B516-C36B-ED29-9DDD-15F049511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7479-3EA4-8E24-118B-E3021EED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2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128140" y="3444228"/>
            <a:ext cx="821055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CSA1709- Artificial Intelligence </a:t>
            </a:r>
          </a:p>
        </p:txBody>
      </p:sp>
      <p:pic>
        <p:nvPicPr>
          <p:cNvPr id="8" name="Google Shape;92;p1" descr="SSE-Computer Science and Engineering">
            <a:extLst>
              <a:ext uri="{FF2B5EF4-FFF2-40B4-BE49-F238E27FC236}">
                <a16:creationId xmlns:a16="http://schemas.microsoft.com/office/drawing/2014/main" id="{A8D3BD59-C105-7334-DD1B-798CFE5B19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844" y="325684"/>
            <a:ext cx="9352722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F2FE6-FACE-9A41-4B57-67EC70D3C0E8}"/>
              </a:ext>
            </a:extLst>
          </p:cNvPr>
          <p:cNvSpPr txBox="1"/>
          <p:nvPr/>
        </p:nvSpPr>
        <p:spPr>
          <a:xfrm>
            <a:off x="4554640" y="2890553"/>
            <a:ext cx="3606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6BB0E-8F96-DE0D-054E-DBCE06F079FC}"/>
              </a:ext>
            </a:extLst>
          </p:cNvPr>
          <p:cNvSpPr txBox="1"/>
          <p:nvPr/>
        </p:nvSpPr>
        <p:spPr>
          <a:xfrm>
            <a:off x="1170039" y="4857135"/>
            <a:ext cx="447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Shaik Mahaboob Basha (192365045)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BC4B9-9519-4D04-FF11-64FDACED9805}"/>
              </a:ext>
            </a:extLst>
          </p:cNvPr>
          <p:cNvSpPr txBox="1"/>
          <p:nvPr/>
        </p:nvSpPr>
        <p:spPr>
          <a:xfrm>
            <a:off x="6980903" y="4996053"/>
            <a:ext cx="4306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 Raja 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B6319E49-4EBA-E05E-AB60-FB2E09A6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DB313-BD7F-3ADF-5CF0-61A8343B6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2" y="106855"/>
            <a:ext cx="1466850" cy="12477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7B1213BC-C503-8775-38F3-3D0A2C2FCCAA}"/>
              </a:ext>
            </a:extLst>
          </p:cNvPr>
          <p:cNvSpPr/>
          <p:nvPr/>
        </p:nvSpPr>
        <p:spPr>
          <a:xfrm>
            <a:off x="2331232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3B5FE-2510-9B08-4C41-EDC02FE9E9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92" y="851918"/>
            <a:ext cx="4521712" cy="584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0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4629-2464-973C-D802-872878A3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D9E83C8F-677B-3EDD-83B8-C5236D5C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09AED0-8DF7-4DE6-26F1-56D4D1C35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2" y="106855"/>
            <a:ext cx="1466850" cy="12477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A9C884F-5531-2C2C-66EB-F49D63AC80E5}"/>
              </a:ext>
            </a:extLst>
          </p:cNvPr>
          <p:cNvSpPr/>
          <p:nvPr/>
        </p:nvSpPr>
        <p:spPr>
          <a:xfrm>
            <a:off x="2331232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FA22D-CD37-ED1F-F5C5-9469D802D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430" y="760252"/>
            <a:ext cx="4240136" cy="554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0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9B35-0306-A826-D909-1FF5E758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126A4-80BF-3BFF-957A-6B07FD983E22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600" dirty="0">
              <a:solidFill>
                <a:srgbClr val="344E41"/>
              </a:solidFill>
              <a:latin typeface="Times New Roman" panose="02020603050405020304" pitchFamily="18" charset="0"/>
              <a:ea typeface="Prata"/>
              <a:cs typeface="Times New Roman" panose="02020603050405020304" pitchFamily="18" charset="0"/>
              <a:sym typeface="Prat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02622B-D50C-12DB-9E4A-F92494412C2E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64C60E-B19C-35E9-1B24-B124777F07AA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4D61C7-AD1C-8953-55DC-6C2E265BBD09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3998CA6-FB09-8D2F-6D11-E2A0E314511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17DA3C2A-525A-95C3-B3E9-AFE4E48E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090BBDE-5384-0893-9C5E-BDFC90B56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F53C4AF-B333-2008-066F-533554CCCF64}"/>
              </a:ext>
            </a:extLst>
          </p:cNvPr>
          <p:cNvSpPr txBox="1"/>
          <p:nvPr/>
        </p:nvSpPr>
        <p:spPr>
          <a:xfrm>
            <a:off x="609600" y="1280161"/>
            <a:ext cx="109629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is the process of studying an existing system to understand its architecture, components, processing methods, and output.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AI-based system, reverse engineering helps identify how input data is converted into meaningful predictions.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the input, preprocessing, feature extraction, AI model, decision-making, and final output.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example is an AI-based Deepfake and Face Authenticity Verification System.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information from images or videos and determines whether the content is genuine or manipulated. </a:t>
            </a:r>
          </a:p>
        </p:txBody>
      </p:sp>
    </p:spTree>
    <p:extLst>
      <p:ext uri="{BB962C8B-B14F-4D97-AF65-F5344CB8AC3E}">
        <p14:creationId xmlns:p14="http://schemas.microsoft.com/office/powerpoint/2010/main" val="402292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47E4009B-3B45-0BB8-7244-071658E0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0B9ADF-4AE4-E81D-38FC-A82E04998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3044F3-A67E-C723-BD14-910F5960E7FB}"/>
              </a:ext>
            </a:extLst>
          </p:cNvPr>
          <p:cNvSpPr txBox="1"/>
          <p:nvPr/>
        </p:nvSpPr>
        <p:spPr>
          <a:xfrm>
            <a:off x="847049" y="1700730"/>
            <a:ext cx="1062867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automatically determine whether a given facial image or video is REAL or FAKE.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artificial modifications introduced by deepfake or face-manipulation techniques.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appearance, movement, texture, and temporal consistency.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probability or confidence score for the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final authenticity decision that can assist users or security systems.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need for completely manual inspection of suspicious videos.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53B7-75B8-3404-E011-4A21F806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9A375A-D553-BB92-7047-964F0F746151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7101D-E483-CCC2-294A-D975E99BF6B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A4539B-1979-3356-0922-32F1868E473E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80008B-15B9-B8CB-D5F9-C3B32EDDC99F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3E957F5-1992-7D15-B4BF-DD54FED569F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D96B966-82BE-AB16-89E2-C5BD978A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A05A06-3FCD-DD05-2BA8-8971437CB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5E8A30-6F96-D943-6C73-5D0A7E3F6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808" y="135051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7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13EE8071-9E47-EC49-BC47-F757FD108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7A1139-987C-DB63-88B4-E599F7DDB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6BC80EE-3CB8-32C0-BE02-58DE1DD4A348}"/>
              </a:ext>
            </a:extLst>
          </p:cNvPr>
          <p:cNvSpPr txBox="1"/>
          <p:nvPr/>
        </p:nvSpPr>
        <p:spPr>
          <a:xfrm>
            <a:off x="985344" y="1665145"/>
            <a:ext cx="10078064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contains the authenticity classification.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display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provide a confidence or probability score.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frames can be identified for further investigation.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artifacts or features may be included in the verification report.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be displayed through a web application, mobile application, or security dashboard.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can help a human operator make the final verification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A6A4-EAFA-333C-D8F9-BD579EBB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A237B1-21CA-03A4-9782-93FB99482ABB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717D923-2974-210D-BF96-B8F9328FB0D0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8C72BFD-03D2-E5EF-ECB5-6882C6B78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82389C-56A5-201B-D482-91F67B968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0B6BB1-AEA0-B2D2-9FE5-2307C8B17B7F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4F4C0-E39D-4B0B-BD26-4A85238BBA56}"/>
              </a:ext>
            </a:extLst>
          </p:cNvPr>
          <p:cNvSpPr txBox="1"/>
          <p:nvPr/>
        </p:nvSpPr>
        <p:spPr>
          <a:xfrm>
            <a:off x="1229033" y="1877961"/>
            <a:ext cx="909940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deepfake detection.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video inspection.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process multiple frames efficiently.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combine different facial features.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identify subtle visual inconsistencies.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measurable confidence scores.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into online identity verification systems.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cybersecurity and digital forensics.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potentially operate in real-time with suitable hardware and optimized models.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82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88C9-83CE-DB3F-77DF-2B9DF2D2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201496-60FA-156A-A1DD-3E59AD0CAA1B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D81C4F1-2169-B303-CBE8-A427E1E81973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9B7222A-6225-98B2-7D1F-3D6F78CF1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A0DAF68-2950-57B6-33E7-472236C99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7798784-B062-5681-DB11-EC2169546A3A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CE580-FB21-73AD-973D-328E75342168}"/>
              </a:ext>
            </a:extLst>
          </p:cNvPr>
          <p:cNvSpPr txBox="1"/>
          <p:nvPr/>
        </p:nvSpPr>
        <p:spPr>
          <a:xfrm>
            <a:off x="1027471" y="1416340"/>
            <a:ext cx="10137057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allows us to understand an AI-based system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observable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deepfake verification system can be divided into input, preprocessing, feature extraction, AI classification, score aggregation, and decision-making stages.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likely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spatial features and temporal features to identify manipulated facial content.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frame predictions can be combined to produce a more reliable video-level result.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provides a REAL/FAKE classification along with a confidence or authenticity score.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are increasingly useful for digital identity verification, cybersecurity, digital forensics, and online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38436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8852-F84A-5E1B-F76E-552D354E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873DBD-2853-D44D-47CD-2779B7FA4E73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7230C7-46A6-B5AF-90EB-05310624D7D0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9C5A24-413B-6BC3-23F6-999F5519CF65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AB9F7B-C68C-0C7E-F843-50B9BE6A88C0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E423237-A831-2B4B-3245-F89E0BC80E36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BEB56A58-3577-FEE3-55CA-DD4E0C6CD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F01C6F-A03C-18EE-91A4-11AA993E6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1A4759-C6B4-4B86-31D8-55B081CD19DC}"/>
              </a:ext>
            </a:extLst>
          </p:cNvPr>
          <p:cNvSpPr txBox="1"/>
          <p:nvPr/>
        </p:nvSpPr>
        <p:spPr>
          <a:xfrm>
            <a:off x="609600" y="1280161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is the process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existing software or AI system to understand its internal structure.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major modules, their responsibilities, interactions, and data flow.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helps understand how input data is transformed into the final output.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system, the architecture of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Deepfake and Face Authenticity Verification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reconstructed.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image/video processing and AI techniques to identify whether facial content is genuine or manipulated.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provides a clear view of how different modules work together. </a:t>
            </a:r>
          </a:p>
        </p:txBody>
      </p:sp>
    </p:spTree>
    <p:extLst>
      <p:ext uri="{BB962C8B-B14F-4D97-AF65-F5344CB8AC3E}">
        <p14:creationId xmlns:p14="http://schemas.microsoft.com/office/powerpoint/2010/main" val="283973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F0F7-BF62-BF09-899B-CCED3DFD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81BFE4-C4BA-8479-CC61-FB9C8A5198D4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425726-DBAC-10FC-125A-321F61B2B52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109E6B-6E65-D07D-0A00-6F3B06146DF0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03964D0-8ADB-F7CE-0DF8-05DCC99B7BF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52E93F1-1051-C81E-4ABD-3AF25D2BFCB1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9CFA5241-4BDE-8F05-ED4F-CAA5A47C2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4ABA57-486B-E7D4-F3F0-933A06A9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B46750B-6C6D-0A30-2A40-7B6C7C3AF091}"/>
              </a:ext>
            </a:extLst>
          </p:cNvPr>
          <p:cNvSpPr txBox="1"/>
          <p:nvPr/>
        </p:nvSpPr>
        <p:spPr>
          <a:xfrm>
            <a:off x="847049" y="1700730"/>
            <a:ext cx="106286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AI-generated and manipulated images/videos has made it difficult to distinguish genuine facial content from deepfake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videos can realistically modify a person's face, expressions, eye movements, skin texture, and facial features.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of videos is time-consuming and may not reliably identify sophisticated manipulations.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AI-based Face Authenticity Verification System is required to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or videos.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extract relevant facial features, detect manipulation artifacts,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frame-to-frame consistency, and classify the input as REAL or FAKE.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also provide an authenticity/confidence score to support the final verification decision.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should clearly represent the modules, interactions, and data flow involved in the verification process.</a:t>
            </a:r>
          </a:p>
        </p:txBody>
      </p:sp>
    </p:spTree>
    <p:extLst>
      <p:ext uri="{BB962C8B-B14F-4D97-AF65-F5344CB8AC3E}">
        <p14:creationId xmlns:p14="http://schemas.microsoft.com/office/powerpoint/2010/main" val="3856687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6C74-A4CC-0B75-A0AF-8FAC6CDA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784DA3-C0F5-8650-BBAB-2D1374A18C3B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645F2C-95C7-4120-3E49-47E71B24808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F1274C-11B1-93A4-F530-2A0A6E0C0C0F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CFC35E0-93E7-E2E0-A41C-FF507538F679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7D67DE-821C-9E57-C9E7-1CB085C24F3A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F9025B7-9A7B-80FB-72CE-B3CCB5AE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77CB44-217E-BCFA-364D-AFDA31F0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74FB3C-9D46-57AB-4056-F0BB9BE1B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330" y="1505719"/>
            <a:ext cx="8888837" cy="485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C9BD-835F-1C17-F060-DF14D5F0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E95454-FD62-1627-8346-6583C775FABE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61CAE2A1-698D-25ED-9994-B33222E55D2B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C766E0C-4369-3BDC-255A-3BCAC15FB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2139182-3C37-3111-AF98-D10B4425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077D82-B680-44B2-6FED-BAE0790D91B6}"/>
              </a:ext>
            </a:extLst>
          </p:cNvPr>
          <p:cNvSpPr txBox="1"/>
          <p:nvPr/>
        </p:nvSpPr>
        <p:spPr>
          <a:xfrm>
            <a:off x="985344" y="1665145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a final REAL / FAKE classification for the input image or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an authenticity or confidence score indicating how strongly the system supports the prediction.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frame-level prediction scores for individual video frames.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detected facial artifacts and inconsistencies that may indicate manipulation.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abnormalities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texture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and blink movement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consistency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boundaries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Temporal/frame consistency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individual frame results to generate an overall video authenticity score.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can be displayed through a web interface, dashboard, or verification report.</a:t>
            </a:r>
          </a:p>
        </p:txBody>
      </p:sp>
    </p:spTree>
    <p:extLst>
      <p:ext uri="{BB962C8B-B14F-4D97-AF65-F5344CB8AC3E}">
        <p14:creationId xmlns:p14="http://schemas.microsoft.com/office/powerpoint/2010/main" val="225257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20EF-35A8-E044-F4D1-7804C2E4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EAAF4-288D-6CF3-9635-2F5484FDB4B5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04960A4-B442-6ABE-A283-ADF62F9B35DF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89CF8AB3-A73D-7F0C-C465-2AA49222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8EBBA7-1C12-ACF1-2C0B-84C5C315C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92FADE-2E4D-7958-8A2D-3E4E7C2369E9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AB8A6-FF3D-85CC-67F9-A34DB2A827D1}"/>
              </a:ext>
            </a:extLst>
          </p:cNvPr>
          <p:cNvSpPr txBox="1"/>
          <p:nvPr/>
        </p:nvSpPr>
        <p:spPr>
          <a:xfrm>
            <a:off x="1229033" y="1877961"/>
            <a:ext cx="9099406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understanding of the complete AI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system into independent and manageable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 flow between components easy to understand.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automated deepfake detection.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frames instead of relying on a single image.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different facial features for better analysis.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can be improved or replaced independently.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authenticity scores along with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27980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C413-D6C8-4281-1D42-811F5FD9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F2E7C3-7A43-FFEC-6654-5F4599A60257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FC8359D-6597-6E16-C019-6BE98AEC2FFF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078D9EE-9622-DD8A-ECE4-67C5F9F7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55C948-2174-B557-2AEB-BD5E676A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CC9CD5-6808-6CDC-74FE-4F127D035C8B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AFCAA-A732-EE7A-7573-E3D29C3B7866}"/>
              </a:ext>
            </a:extLst>
          </p:cNvPr>
          <p:cNvSpPr txBox="1"/>
          <p:nvPr/>
        </p:nvSpPr>
        <p:spPr>
          <a:xfrm>
            <a:off x="1027471" y="1416340"/>
            <a:ext cx="1013705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helps identify how an existing AI system operates internally.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system consists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processing, frame extraction, face detection, preprocessing, feature extraction, AI analysis, score aggregation, and decision-making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performs a specific function and passes processed information to the next module.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and temporal features to identify possible manipulation.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produces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or FAKE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with an authenticity/confidence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architecture reconstruction provides a clear technical understanding of the system's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components, interactions, and data 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9741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1B29-2803-7C66-8353-9D5CA63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6D9B26-EB25-A2E0-521A-BBC29BC27231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00A027-C1C6-71F3-BF69-C17F89380BD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D578CB-5D50-EDD4-A6A3-86C6ACAB740A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949AA5-B9EE-4BBD-8370-8619C042E4AC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0127C67-4310-CC12-778A-75BF0CCB072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F9C3076-BFAD-A5CC-1F89-81655F69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821D81B-6974-9D61-2B70-E4538A911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07D7D3B-71B4-63E5-15EE-278048E4C18B}"/>
              </a:ext>
            </a:extLst>
          </p:cNvPr>
          <p:cNvSpPr txBox="1"/>
          <p:nvPr/>
        </p:nvSpPr>
        <p:spPr>
          <a:xfrm>
            <a:off x="609600" y="1280161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Logic Identification is the process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software or AI system to determine the algorithms, rules, conditions, and decision-making methods used internally.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treated as a black box, where the internal source code may not be available, so its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studied using inputs, outputs, logs, and repeated testing.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understand how the system transforms input data into a final result.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inputs are provided to the system and the corresponding outputs are carefully observed to identify common patterns and processing logic.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helps determine whether the system is using rule-based logic, machine learning, classification, regression, pattern matching, or optimization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06433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0BA2-089F-7241-1C11-BABACD67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9CDC6B-30F6-6D7D-E215-63B05C5ED8D8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78CD84-16A4-8EA0-0AE7-1ED7EF58F83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EF549B-94A8-A3F0-2536-1EA031D2D031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6B627D-F652-8786-F81E-03B8EBB5AF95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864AEE9-8DA0-9D18-C7A4-CF7571E587A7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63C91FA-7F32-171F-4723-0659FD58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65DC6B-D2CF-49F3-69A3-549076051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7BD089D-14E1-35DD-77AC-A8059BE20C90}"/>
              </a:ext>
            </a:extLst>
          </p:cNvPr>
          <p:cNvSpPr txBox="1"/>
          <p:nvPr/>
        </p:nvSpPr>
        <p:spPr>
          <a:xfrm>
            <a:off x="552081" y="1408970"/>
            <a:ext cx="11108977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problem is to identify the hidden algorithm and decision-making logic of an existing software or AI system without depending completely on its original source code.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contain multiple processing stages, making it difficult to determine which algorithm is responsible for a particular output.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 conditions must be tested to understand how the system reacts to normal, abnormal, and boundary cases.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used by the system must be identified by observing which input values have a strong effect on the final output.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rules, thresholds, conditions, confidence scores, and classification boundaries must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reconstruct the decision-making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algorithm must be tested against additional inputs to verify whether the reconstructed logic produces results similar to the original system.</a:t>
            </a:r>
          </a:p>
        </p:txBody>
      </p:sp>
    </p:spTree>
    <p:extLst>
      <p:ext uri="{BB962C8B-B14F-4D97-AF65-F5344CB8AC3E}">
        <p14:creationId xmlns:p14="http://schemas.microsoft.com/office/powerpoint/2010/main" val="398550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2742-B465-EB55-9639-4F0D2E17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BC48FE-225B-CC0B-C866-8474CD7C2403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987E81-8E9B-EACA-D0E0-2187815041D4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77F396-1960-84A7-AEB8-541B06FC6AE2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C5BD93-912B-5F87-D19E-526628C7B5A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A2114C1-1A9D-8051-8EBD-55018CC8ED1E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F00F001-0561-1ABD-8EB4-29EB8D558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53CF74-5DB1-6AA5-BA94-A0503A198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0B87C-8F6C-8854-5D69-C55E31908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35051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56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E7E8B-3428-AF3F-78A9-1D73C24C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5E1B35-55C7-8DB1-0250-38ECE4DEB164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6609712-733B-0351-07B0-8998D2A911F9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FD71654F-3565-2C14-5F02-7D72BA50F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BFED187-A651-60F6-C35F-94F99A625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EE56BCB-FBA0-CCCB-05F1-6F36114ACB24}"/>
              </a:ext>
            </a:extLst>
          </p:cNvPr>
          <p:cNvSpPr txBox="1"/>
          <p:nvPr/>
        </p:nvSpPr>
        <p:spPr>
          <a:xfrm>
            <a:off x="985344" y="1665145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a final output after processing the input through preprocessing, feature extraction, algorithm execution, and decision-making stages.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contain a prediction, classification, probability, confidence score, numerical value, recommendation, or final decision.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with the original input to determine which features and rules influenced the result.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outputs are compared to identify whether the system behaves consistently under different conditions.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Image or data sample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 Score: 0.82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Prediction: Positive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Score: 94%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Accepted </a:t>
            </a:r>
          </a:p>
        </p:txBody>
      </p:sp>
    </p:spTree>
    <p:extLst>
      <p:ext uri="{BB962C8B-B14F-4D97-AF65-F5344CB8AC3E}">
        <p14:creationId xmlns:p14="http://schemas.microsoft.com/office/powerpoint/2010/main" val="3442578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22FF-5CC6-8D40-4AFB-E85A578B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627E1-EF14-7387-DE63-01BC082BA4D1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EEDFAF3-1A80-9F4B-23A0-F29EFAC937C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D4BEF82-B7A8-3EFF-84D4-FBC94F7CA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694CB4D-F8AF-4ED7-95DD-2E9DE6EE9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4E42AB-0755-4BE1-7A8E-18A19E47F720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13D9E-A0BF-DCE4-49B8-BF15F1D296E8}"/>
              </a:ext>
            </a:extLst>
          </p:cNvPr>
          <p:cNvSpPr txBox="1"/>
          <p:nvPr/>
        </p:nvSpPr>
        <p:spPr>
          <a:xfrm>
            <a:off x="845574" y="1423700"/>
            <a:ext cx="101960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the internal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systems whose source code is unavailable or difficult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likely algorithm, model, rules, and decision-making techniques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by the system.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possible to reproduce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existing system using a newly implemented algorithm.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understand how different modules interact during data processing.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debugging by identifying the stage where an incorrect decision or output is generated.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hidden thresholds and decision boundaries that affect system results.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testing and validation of AI and machine-learning systems.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document old or poorly documented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1382844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AC0A-EE69-9C7A-C978-8CF12AC9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F942D6-CC02-71DF-0018-4B00DB6EBCD7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2FEC3A6-3B4D-D173-3281-5DF13D9CA72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76A301EF-43CA-1830-42A1-CACED295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05D13E-793D-A84F-1831-E08EBB149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306044-B7F6-EEE8-1BD8-C2079D09BD88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7D06C-4DB7-AAE7-D7F6-2FD3BA51CE65}"/>
              </a:ext>
            </a:extLst>
          </p:cNvPr>
          <p:cNvSpPr txBox="1"/>
          <p:nvPr/>
        </p:nvSpPr>
        <p:spPr>
          <a:xfrm>
            <a:off x="1027471" y="1416340"/>
            <a:ext cx="10137057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Logic Identification provides a systematic approach for reverse-engineering the decision-making process of a software or AI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studying inputs, outputs, features, logs, patterns, thresholds, and decision boundaries, the hidden processing logic can be reconstructed.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testing and input-output analysis are especially useful when the original source code is unavailable.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such as Python, Jupyter Notebook, debugging tools, and log analysis techniques help verify the identified algorithms.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and logic can be used for system validation, debugging, documentation, maintenance, modernization, and performance improvement. </a:t>
            </a:r>
          </a:p>
        </p:txBody>
      </p:sp>
    </p:spTree>
    <p:extLst>
      <p:ext uri="{BB962C8B-B14F-4D97-AF65-F5344CB8AC3E}">
        <p14:creationId xmlns:p14="http://schemas.microsoft.com/office/powerpoint/2010/main" val="2743931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B90E-0CC7-24CC-2211-481CD493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4D0150-8728-3877-AA0B-E6112C9FD462}"/>
              </a:ext>
            </a:extLst>
          </p:cNvPr>
          <p:cNvSpPr/>
          <p:nvPr/>
        </p:nvSpPr>
        <p:spPr>
          <a:xfrm>
            <a:off x="4876800" y="454363"/>
            <a:ext cx="2408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212F0B-E634-62FC-CE9B-ADC9B4F00F93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30F19C-1314-EAC6-C6E5-F112B46A4886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6EFDC9-3EE9-5F68-2445-077E9D4BEBBA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33AD2F-6FB7-7944-899B-9E7F7F77F57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776846E-D5E0-BAC9-AD27-13206E77D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131E69-E6D2-2151-81FE-2BD0806D6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B7FB0E-197A-9DBB-7F3C-C7A52359EEC8}"/>
              </a:ext>
            </a:extLst>
          </p:cNvPr>
          <p:cNvSpPr txBox="1"/>
          <p:nvPr/>
        </p:nvSpPr>
        <p:spPr>
          <a:xfrm>
            <a:off x="614516" y="1333009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Pipeline explains how data moves from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system to the final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reverse-engineered distributed application.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how data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collected, transmitted, processed, stored, and returned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distributed system, different services or modules may process different parts of the data.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these modules can occur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APIs, message queues,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databases, or network protocols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reconstruct the complete data journey even when the original architecture or source code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417143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AC81-6D73-9172-6F0E-547ED3DF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D431B6-A416-4472-D2C3-EB0A66BDA5FF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56DFED-5B03-C6D1-D331-0CA296E5C28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56A678-2E10-A0F5-B389-CA5D484ED390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DA2798-77F8-E7B4-D269-5ADFB54659A3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1D89429-9347-8A9A-388F-3A8121C65AE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B6D9A5A-0B94-BD55-FFCD-BA358693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6618FC-6A5B-8B4C-0E1A-18448D24F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D3049B-232B-1306-1823-F938EE327070}"/>
              </a:ext>
            </a:extLst>
          </p:cNvPr>
          <p:cNvSpPr txBox="1"/>
          <p:nvPr/>
        </p:nvSpPr>
        <p:spPr>
          <a:xfrm>
            <a:off x="1083023" y="1563841"/>
            <a:ext cx="1071535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where the data originates and determine the different sources providing information to the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data travels between different modules, servers, services, and processing components.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preprocessing operations performed before the main computation.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data is distributed among multiple processing nodes.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algorithms or services responsible for processing the received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intermediate results are transferred between different components.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communication mechanisms used between distributed modules.</a:t>
            </a:r>
          </a:p>
        </p:txBody>
      </p:sp>
    </p:spTree>
    <p:extLst>
      <p:ext uri="{BB962C8B-B14F-4D97-AF65-F5344CB8AC3E}">
        <p14:creationId xmlns:p14="http://schemas.microsoft.com/office/powerpoint/2010/main" val="666641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D52F-B3C3-8F21-D3EE-1A6CD167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13DAE4-650B-37D6-4694-17E2E1319F6E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660A4C-A2A3-3BF0-D3A8-E11DD397F042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1573D56-0B1E-6B5A-42F1-C0A96A2CD5D3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3BBAF8-B0A5-9B8C-035C-649E5616587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878E63E-5108-71F9-175F-E549D8CF3C0D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9656398-8F28-27E9-1035-24712237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0CAAFD-1A83-B204-4D56-2C7EF1A3A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82952-C0C8-D4A0-ADA4-6B83BA710D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11552"/>
          <a:stretch>
            <a:fillRect/>
          </a:stretch>
        </p:blipFill>
        <p:spPr>
          <a:xfrm>
            <a:off x="1230019" y="1269682"/>
            <a:ext cx="955695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85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47AB-168A-1A85-8F90-5EA6BF47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EC245-5E1A-A07C-19AA-18DA3FD0A021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499DD96-5D36-41AD-E5BF-37883E26FBB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CAB59472-1020-89CB-50AF-03E113D2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6987FE-2AC4-CDE3-B2BE-8D06066DF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C44294-3704-8481-6E28-F251011EDCBD}"/>
              </a:ext>
            </a:extLst>
          </p:cNvPr>
          <p:cNvSpPr txBox="1"/>
          <p:nvPr/>
        </p:nvSpPr>
        <p:spPr>
          <a:xfrm>
            <a:off x="985344" y="1665145"/>
            <a:ext cx="1007806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data from the user or external data sources and processes it through multiple distributed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and validation, the data is distributed to different processing nodes for parallel execution.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processing node generates an intermediate result based on its assigned task.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intermediate results are transferred through APIs, message queues,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other communication mechanisms.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result aggregation module combines the outputs received from different processing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processed result is stored in the database or distributed storage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completed result is then returned to the user through the application interface or API.</a:t>
            </a:r>
          </a:p>
        </p:txBody>
      </p:sp>
    </p:spTree>
    <p:extLst>
      <p:ext uri="{BB962C8B-B14F-4D97-AF65-F5344CB8AC3E}">
        <p14:creationId xmlns:p14="http://schemas.microsoft.com/office/powerpoint/2010/main" val="170713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2A38-AD11-ACCF-DFC4-88DEC497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C73ADF-E6E3-9E50-00AE-7A26E14CE1D6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9920A34-2944-4315-3109-1FC7D6934A31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A3CFA6F-5193-1425-2B7F-08BAC416C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29C47C-9037-53F8-C3A1-19D21B32C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B1B7F2-195E-DEC6-E7FB-03300DADC339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B63BD-E4D2-2168-0248-CF6FF65D7B55}"/>
              </a:ext>
            </a:extLst>
          </p:cNvPr>
          <p:cNvSpPr txBox="1"/>
          <p:nvPr/>
        </p:nvSpPr>
        <p:spPr>
          <a:xfrm>
            <a:off x="845574" y="1423700"/>
            <a:ext cx="1019605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understanding of how data travels through the distributed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responsibilities of individual processing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to locate communication bottlenecks and processing delays.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identification of APIs, queues, databases, and network communication methods.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how large workloads are divided among multiple processing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 of parallel and distributed processing.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failures in data transmission and processing.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system debugging and performance optimization.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legacy distributed systems easier to document and maintain.</a:t>
            </a:r>
          </a:p>
        </p:txBody>
      </p:sp>
    </p:spTree>
    <p:extLst>
      <p:ext uri="{BB962C8B-B14F-4D97-AF65-F5344CB8AC3E}">
        <p14:creationId xmlns:p14="http://schemas.microsoft.com/office/powerpoint/2010/main" val="1712350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17DE-FA85-6B92-DBFC-A12983F8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7644B7-DB89-DED9-9253-8C06743EE4FC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798130D-23EB-FDC8-D6E1-A14498CF14C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09AF94C-936E-EE1E-FB59-A16278064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CDE72A-2FCF-09EC-A778-2362D1D30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DD5661-8A72-6D25-876C-241747FF709E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FDED4-3F51-6638-D501-8D6D621F3A31}"/>
              </a:ext>
            </a:extLst>
          </p:cNvPr>
          <p:cNvSpPr txBox="1"/>
          <p:nvPr/>
        </p:nvSpPr>
        <p:spPr>
          <a:xfrm>
            <a:off x="1027471" y="1416340"/>
            <a:ext cx="10137057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Pipeline analysis provides a complete view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information enters, moves through, and exits a distributed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identifies the major processing stages, communication mechanisms, distributed nodes, storage systems, and final output generation.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reconstructing the pipeline, the interaction between different modules can be clearly understood.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is useful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debugging, documentation, performance optimization, scalability, system modernization, and architecture reconstruction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470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CB3E-63AC-0889-3EA1-19E98DE7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081BE-0113-860F-75B8-C85F9207937E}"/>
              </a:ext>
            </a:extLst>
          </p:cNvPr>
          <p:cNvSpPr/>
          <p:nvPr/>
        </p:nvSpPr>
        <p:spPr>
          <a:xfrm>
            <a:off x="4876800" y="454363"/>
            <a:ext cx="2408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413C74-A466-AAF2-4A11-063D15B82106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5CF69F-08B1-0507-175D-5FA69D733733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76117F-7D92-6D07-28A9-FE418EFB1498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E4A8DBA-FF39-5772-A80A-171905FD889C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CA20D662-F2AF-5022-BFB3-53E46ECD7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B56A80-3416-A756-6CB5-6DDE0C56F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498ECF6-54A2-6BCF-CA92-EB26165C41CA}"/>
              </a:ext>
            </a:extLst>
          </p:cNvPr>
          <p:cNvSpPr txBox="1"/>
          <p:nvPr/>
        </p:nvSpPr>
        <p:spPr>
          <a:xfrm>
            <a:off x="614516" y="1333009"/>
            <a:ext cx="1096296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and Redesign Proposal focuses on improving an existing software or AI system after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current architecture, algorithms, data flow, and limitations.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issues, outdated components, security weaknesses, scalability problems, and inefficient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redesign aims to make the system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secure, scalable, reliable, maintainable, and easier to upgrade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functionality is preserved while inefficient modules are replaced or improved.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architecture is based on the actual problems identified during reverse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3056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738A-A597-0D72-4E52-B4BCEF6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B70C6C-848C-8B72-D021-2DB3B7AFAB08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80D6C5-ED2A-EA31-07A5-55BFA2D116A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87C0F2-C9C2-16D2-4CA3-6834A1152536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73AE18-1812-0DD8-3ABD-D76B0339256C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379493E-1A53-B122-4E57-F82DB5F3388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A16676DD-DD29-BB81-A93B-375AC26F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7363E6-47AB-95A5-1E38-0FA4A69CC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3088831-077C-AC18-F276-CF61F9E5EDB1}"/>
              </a:ext>
            </a:extLst>
          </p:cNvPr>
          <p:cNvSpPr txBox="1"/>
          <p:nvPr/>
        </p:nvSpPr>
        <p:spPr>
          <a:xfrm>
            <a:off x="1083023" y="1563841"/>
            <a:ext cx="1071535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may contain tightly coupled modules that make maintenance difficult.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may be slow because tasks are performed sequentially instead of in parallel.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modules may create unnecessary delays.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have limited scalability when the number of users or requests increases.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algorithms may require excessive processing time or computational resources.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queries and storage operations may become bottlenecks.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may need improvement to protect sensitive data.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and monitoring may be insufficient.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modular architecture can make future upgrades difficult. </a:t>
            </a:r>
          </a:p>
        </p:txBody>
      </p:sp>
    </p:spTree>
    <p:extLst>
      <p:ext uri="{BB962C8B-B14F-4D97-AF65-F5344CB8AC3E}">
        <p14:creationId xmlns:p14="http://schemas.microsoft.com/office/powerpoint/2010/main" val="56700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5B7B-7A80-0814-4214-9987826D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57ACC2-928C-B9D2-68F5-697F6BF1CBC5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2F936D-B573-2589-F155-814D4017A34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D9BB46-E947-90B4-F90A-DC330909FD82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D2895E-00BF-4BD0-B25C-C6E7030A4F52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97C475B-19E0-6F9C-1522-0769F2DF21CE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F763D24C-5114-47A2-8D81-137E98B7D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87C111-43D9-9290-9E19-B9A0DB60D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383836-85A5-F2F1-3F48-7B58F47C0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423797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71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60AB-2BB4-BBE3-9956-8072C27C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69409A-CF58-9EBC-C34E-887B24D03237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5ADD9BA-998F-45B9-6857-A4EDD1CFAA2D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05A777D-B71A-4438-69CA-ECAD5257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F1E46E8-3E0C-4650-B56A-3A300C64B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B04C44-C832-AD6E-3A88-7B0EC3927CA7}"/>
              </a:ext>
            </a:extLst>
          </p:cNvPr>
          <p:cNvSpPr txBox="1"/>
          <p:nvPr/>
        </p:nvSpPr>
        <p:spPr>
          <a:xfrm>
            <a:off x="523874" y="1269680"/>
            <a:ext cx="11137183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system produces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reliable, secure, and scalable outputs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with the existing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are processed through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validated, authenticated, and forwarded to the appropriate services.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tasks are divided into smaller processing jobs and distributed across multiple worker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processing tasks are executed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overall processing time.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different services and worker nodes are collected and combined by the result-processing module.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is validated before being stored in the database or distributed storage.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result is then returned to the user through the web application, mobile application, or API.</a:t>
            </a:r>
          </a:p>
        </p:txBody>
      </p:sp>
    </p:spTree>
    <p:extLst>
      <p:ext uri="{BB962C8B-B14F-4D97-AF65-F5344CB8AC3E}">
        <p14:creationId xmlns:p14="http://schemas.microsoft.com/office/powerpoint/2010/main" val="410703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4114-42D6-007D-0EB1-EA138AF7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9FF786-72CE-FC9A-CE12-236680F278F6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E1D78D7-D7D6-2FDE-B35E-352E442BF8B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3FAEC8A-B0F5-0EBF-EBA6-18BC3163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1E101D6-F546-6AB3-E022-E99C1F6C1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728921-DBCD-7399-6154-34A2B6DA9B2D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F39A9-0210-2133-C1B5-E8F01FF34DEA}"/>
              </a:ext>
            </a:extLst>
          </p:cNvPr>
          <p:cNvSpPr txBox="1"/>
          <p:nvPr/>
        </p:nvSpPr>
        <p:spPr>
          <a:xfrm>
            <a:off x="845574" y="1423700"/>
            <a:ext cx="10196052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Performance: Optimized algorithms and parallel processing reduce processing time.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Scalability: Additional servers or workers can be added when workload increases.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Security: Strong authentication, encryption, and access control protect system resources.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Reliability: Fault-tolerant components prevent individual failures from affecting the complete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Maintenance: Modular components can be modified independently.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Monitoring: Centralized logs and performance metrics make problems easier to identify.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Flexibility: New algorithms, services, and AI models can be integrated without rebuilding the complete system.</a:t>
            </a:r>
          </a:p>
        </p:txBody>
      </p:sp>
    </p:spTree>
    <p:extLst>
      <p:ext uri="{BB962C8B-B14F-4D97-AF65-F5344CB8AC3E}">
        <p14:creationId xmlns:p14="http://schemas.microsoft.com/office/powerpoint/2010/main" val="2299723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67B5-2C2D-E7F6-97AC-C4228464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CBCD59-327E-35AB-FD1A-B1BC7A7B04DB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17E2853-4FFE-6F1E-90DD-3CB2B6B4CB8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A0BAC4B-369A-63C4-B5E5-5D60DFF2E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279B77-A3E5-04E8-2287-8DF5F236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DF4C2C-EAE1-E978-8A5D-A092C2FE7582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0A2D8-C174-3C77-092D-2B0AACB813F8}"/>
              </a:ext>
            </a:extLst>
          </p:cNvPr>
          <p:cNvSpPr txBox="1"/>
          <p:nvPr/>
        </p:nvSpPr>
        <p:spPr>
          <a:xfrm>
            <a:off x="710053" y="1327900"/>
            <a:ext cx="10899058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provides detailed knowledge about the existing system's architecture, algorithms, data flow, communication mechanisms, and limitations.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findings, the proposed redesign introduces modular architecture, distributed processing, optimized databases, secure communication, fault tolerance, monitoring, and scalability.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system can provide better performance, reliability, security, maintainability, and flexibility.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enhancement strategy also prepares the system for future technologies, increased workloads, and new AI/ML capabilities.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proposed redesign transforms the existing system into a more efficient, scalable, secure, and future-ready architecture. </a:t>
            </a:r>
          </a:p>
        </p:txBody>
      </p:sp>
    </p:spTree>
    <p:extLst>
      <p:ext uri="{BB962C8B-B14F-4D97-AF65-F5344CB8AC3E}">
        <p14:creationId xmlns:p14="http://schemas.microsoft.com/office/powerpoint/2010/main" val="30561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2680</Words>
  <Application>Microsoft Office PowerPoint</Application>
  <PresentationFormat>Widescreen</PresentationFormat>
  <Paragraphs>313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B Gnanesh</dc:creator>
  <cp:lastModifiedBy>mahaboob basha</cp:lastModifiedBy>
  <cp:revision>9</cp:revision>
  <dcterms:created xsi:type="dcterms:W3CDTF">2026-07-30T07:32:09Z</dcterms:created>
  <dcterms:modified xsi:type="dcterms:W3CDTF">2026-08-28T05:08:17Z</dcterms:modified>
</cp:coreProperties>
</file>